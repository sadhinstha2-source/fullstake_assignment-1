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Stack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· Why it matters · The modern stacks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CET138 · Week 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Full Stack Development?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704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— what people see and interact with. HTML, CSS, JavaScript, React, Vue.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8229600" cy="100584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4048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Logic — business rules, APIs, authentication, and routing. Node.js, Python, Java.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8229600" cy="1005840"/>
          </a:xfrm>
          <a:prstGeom prst="rect">
            <a:avLst/>
          </a:prstGeom>
          <a:solidFill>
            <a:srgbClr val="1D4ED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6393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40233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 — stores, retrieves and manages structured data. MySQL, MongoDB, PostgreSQL.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stack developer works across ALL three layers.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Role of a Full Stack Developer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114800" cy="1554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2527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80160" y="12527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Build UIs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responsive, accessible interfaces using HTML, CSS, and JavaScript frameworks.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143000"/>
            <a:ext cx="4114800" cy="1554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83480" y="12527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669280" y="12527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APIs &amp; Server Logic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7830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RESTful APIs, handle authentication, manage sessions, and connect services.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4114800" cy="1554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30358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80160" y="30358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Databases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schemas, write queries, optimise performance, and ensure data integrity.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926080"/>
            <a:ext cx="4114800" cy="1554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83480" y="30358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669280" y="30358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Maintain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cloud platforms (AWS, Azure) and DevOps tools to deploy and monitor applications.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Advantages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583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14300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1143000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Versatility  —  Capable across the entire project — can prototype, build, and ship alone.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19656"/>
            <a:ext cx="8229600" cy="6583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911096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1911096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Cost-Effective for Employers  —  One hire covers multiple roles, reducing staffing costs for small teams and startups.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87752"/>
            <a:ext cx="8229600" cy="6583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67919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2679192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Development  —  No handover delays between frontend/backend teams. Features ship faster.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355848"/>
            <a:ext cx="8229600" cy="6583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44728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1560" y="3447288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System Understanding  —  Holistic view of the architecture means smarter design decisions at every layer.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123944"/>
            <a:ext cx="8229600" cy="6583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421538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4215384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Demand &amp; Salary  —  Consistently among the most sought-after roles. Average UK salary £55,000–£85,000.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Disadvantages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583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14300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1143000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of All Trades Risk  —  Hard to achieve true depth in every area — specialists may outperform on complex tasks.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19656"/>
            <a:ext cx="8229600" cy="6583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911096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1911096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 Learning Curve  —  Must keep up with rapidly evolving tech across multiple disciplines simultaneously.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87752"/>
            <a:ext cx="8229600" cy="6583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67919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2679192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Load  —  Context switching between frontend and backend thinking can reduce productivity.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355848"/>
            <a:ext cx="8229600" cy="6583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44728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1560" y="3447288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Trade-offs  —  Larger teams of specialists often produce higher-quality code in their domain.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123944"/>
            <a:ext cx="8229600" cy="6583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421538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4215384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Risk  —  Expected to contribute everywhere — boundaries are less clear, workload can creep up.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Popular Technology Stacks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1005840" cy="1691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6002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54480" y="12618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· Express · React · Node.js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54480" y="175564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 for modern SPAs and startups.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411480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4846320" y="1097280"/>
            <a:ext cx="1005840" cy="1691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6002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943600" y="12618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· Express · Angular · Node.js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0" y="175564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apps with TypeScript throughout.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411480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926080"/>
            <a:ext cx="1005840" cy="1691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4290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LAMP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554480" y="30906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· Apache · MySQL · PHP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54480" y="358444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stack powering much of the internet (WordPress).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2926080"/>
            <a:ext cx="4114800" cy="1691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4846320" y="2926080"/>
            <a:ext cx="1005840" cy="16916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34290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Django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943600" y="30906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Django · PostgreSQL · React/Vue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0" y="358444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development; popular in data-heavy and ML apps.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Stack Roles in the Job Market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1371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7899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#2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in-demand developer role (LinkedIn 2024)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005840"/>
            <a:ext cx="2651760" cy="1371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07899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£65k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383280" y="17830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UK full stack salary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005840"/>
            <a:ext cx="2651760" cy="1371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07899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200k+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309360" y="17830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positions on Indeed UK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job titles include: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Developer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 (Full Stack)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Developer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Developer (MERN/MEAN)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731520" y="1691640"/>
            <a:ext cx="7680960" cy="530352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71907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Full stack developers work across frontend, backend and database layers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7680960" cy="530352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35915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They enable faster, leaner delivery — especially valuable for startups and SMEs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971800"/>
            <a:ext cx="7680960" cy="530352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99923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Core stacks to learn: MERN, MEAN, LAMP and Django/Python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611880"/>
            <a:ext cx="7680960" cy="530352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63931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Highly paid and consistently top-ranked for job demand globally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251960"/>
            <a:ext cx="7680960" cy="530352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27939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role comes with breadth challenges — continuous learning is essential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 Stack Development</dc:title>
  <dc:subject>PptxGenJS Presentation</dc:subject>
  <dc:creator>PptxGenJS</dc:creator>
  <cp:lastModifiedBy>PptxGenJS</cp:lastModifiedBy>
  <cp:revision>1</cp:revision>
  <dcterms:created xsi:type="dcterms:W3CDTF">2026-05-12T02:31:43Z</dcterms:created>
  <dcterms:modified xsi:type="dcterms:W3CDTF">2026-05-12T02:31:43Z</dcterms:modified>
</cp:coreProperties>
</file>